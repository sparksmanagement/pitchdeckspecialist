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from day 31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listings and ads across every platform your customers use,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for Green Valley Dispensary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594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every platform in this proposal.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PROPOSAL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launch, then a monthly cycle of measure and optimize to keep growing Green Valley Dispensary's return.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5059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108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4107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and strategy, listing and menu clean-up, products verified and strain tagged, deals, graphics and campaigns live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422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31+  ·  Measure, optimize, repeat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37083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we measure what the changes did to orders and return, then re-tune positions, deals, products and graphics — rinse and repeat to keep growing and maximizing your return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2026-10-16T02:11:53Z</dcterms:created>
  <dcterms:modified xsi:type="dcterms:W3CDTF">2026-10-16T02:11:53Z</dcterms:modified>
</cp:coreProperties>
</file>