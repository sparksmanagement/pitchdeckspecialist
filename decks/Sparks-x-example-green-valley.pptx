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is a multi-platform proposal (Weedmaps, Leafly, Yelp, and Google),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inside and alongside them for 10+ years — not 'partner'. Founder timeline, in order: 3 years at Purple Lotus, then 4 years at Weedmaps as an executive, then 4+ years running Sparks.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every Weedmaps listing. Tie each line back to an audit finding. Scope notes: All listings on the platform: ad spend &amp; bid management, listing optimization, deal &amp; promotion activations, in-house graphics, menu management &amp; product verification, review responses, weekly reporting.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 platform management is $495/mo for any one platform (Weedmaps here); the listing bundle adds every other platform for another $495/mo. Results in 30 days or your money back.  Ad spend is billed by the platform; the fee covers management. Each add-on is $495/mo. Optional add-ons, priced separately and not in the package total: Review Generation ($100/mo per location — + messaging fees. We text your customers asking for reviews and gate negative feedback before it goes public.); Product Image Management ($10/hr — Our team finds, edits and uploads product images to your online menus.).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process: kickoff (align on goals, info, deals, menu; connect every platform; set up the analytics dashboard), a 30-day launch, then from day 31 every month we measure what the changes did to the return and re-tune positions, deals, products and graphics — rinse and repeat to keep growing it. Close: restate the guarantee, propose a kickoff date, and ask for Weedmaps admin access.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listings and ads across every platform your customers use,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October 16,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mainstream ad networks and social platforms restrict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cannabis, 100+ dispensary listings managed — recognized, partnered, and led by a former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432558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615438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301238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cannabis: 3 years running listings for Purple Lotus, 4 years as a Weedmaps executive, and 4+ years running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307078"/>
            <a:ext cx="5410048" cy="1819402"/>
          </a:xfrm>
          <a:prstGeom prst="roundRect">
            <a:avLst>
              <a:gd name="adj" fmla="val 6031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535678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85571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422646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422646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312918"/>
            <a:ext cx="1468069" cy="539242"/>
          </a:xfrm>
          <a:prstGeom prst="roundRect">
            <a:avLst>
              <a:gd name="adj" fmla="val 20349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422646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898134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6135878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307078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441889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577677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444238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718558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353939"/>
            <a:ext cx="5410048" cy="772541"/>
          </a:xfrm>
          <a:prstGeom prst="roundRect">
            <a:avLst>
              <a:gd name="adj" fmla="val 1420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88750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624538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491099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765419"/>
            <a:ext cx="4221328" cy="269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for Green Valley Dispensary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594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below applies to every Green Valley Dispensary listing on every platform in this proposal.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the most efficient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0812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2778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277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1727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24470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 and strain tagged, featured products kept current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29956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1922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192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0871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3614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promo codes, sales pricing and daily product mapping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39100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1066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106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0015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2758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4824476"/>
            <a:ext cx="5410048" cy="777240"/>
          </a:xfrm>
          <a:prstGeom prst="roundRect">
            <a:avLst>
              <a:gd name="adj" fmla="val 1411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02107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021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491591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190236"/>
            <a:ext cx="440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MULTI-PLATFORM MANAGEMENT  ·  PROPOSAL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management, with every other platform as one optional bundle. Month-to-month after 90-day launch.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Management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$495/mo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that platform's ad spend once it exceeds $4,950/mo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one platform — Weedmaps in this proposal: bids, listings, menus, deals, graphics, reviews, weekly reporting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338218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58258" y="22860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+$495/mo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4658258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if any platform's spend exceeds $4,950/mo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4658258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platform: Leafly + Yelp + Google + Apple Maps and 20 directories — same seven pillars everywhere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solidFill>
            <a:srgbClr val="FDE7D8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127797" y="2103120"/>
            <a:ext cx="3515258" cy="2377440"/>
          </a:xfrm>
          <a:prstGeom prst="roundRect">
            <a:avLst>
              <a:gd name="adj" fmla="val 4615"/>
            </a:avLst>
          </a:prstGeom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34295" y="2359152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0134295" y="235915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8447837" y="2286000"/>
            <a:ext cx="15950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8447837" y="2633472"/>
            <a:ext cx="28751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$990/mo</a:t>
            </a:r>
            <a:endParaRPr lang="en-US" sz="3200" dirty="0"/>
          </a:p>
        </p:txBody>
      </p:sp>
      <p:sp>
        <p:nvSpPr>
          <p:cNvPr id="26" name="Text 23"/>
          <p:cNvSpPr txBox="1"/>
          <p:nvPr/>
        </p:nvSpPr>
        <p:spPr>
          <a:xfrm>
            <a:off x="8447837" y="3218688"/>
            <a:ext cx="28751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10% of ad spend where the spend thresholds are exceeded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8447837" y="3675888"/>
            <a:ext cx="28751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marketplace, map and directory your customers use — one team, one report.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4590288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377440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06040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Generation  ·  $100/mo per location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606040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messaging fees. We text your customers asking for reviews and gate negative feedback before it goes public.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7124548" y="4608576"/>
            <a:ext cx="4518508" cy="731520"/>
          </a:xfrm>
          <a:prstGeom prst="roundRect">
            <a:avLst>
              <a:gd name="adj" fmla="val 15000"/>
            </a:avLst>
          </a:prstGeom>
          <a:solidFill>
            <a:srgbClr val="B84C0C"/>
          </a:solidFill>
          <a:ln w="6350">
            <a:solidFill>
              <a:srgbClr val="F0B48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53148" y="4681728"/>
            <a:ext cx="40613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Image Management  ·  $10/hr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7353148" y="4937760"/>
            <a:ext cx="4061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team finds, edits and uploads product images to your online menus.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54315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581558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paid reach for cannabis limited on most mainstream platforms, your Google Business Profile is one of the few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 years in cannabis. 3 years running listing management for Purple Lotus, then 4 years at Weedmaps working with the largest dispensaries in the world, and 4+ years running Sparks for 100+ dispensaries, deliveries and brands.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Kickoff, a 30-day launch, then a monthly cycle of measure and optimize to keep growing Green Valley Dispensary's return.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14884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34440" y="245059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with your team to align on goals, account info, deals, menu and brand assets; connect every platform; set up your analytics dashboard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18211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182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310896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  ·  Launch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34440" y="341071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and strategy, listing and menu clean-up, products verified and strain tagged, deals, graphics and campaigns live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42232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4069080"/>
            <a:ext cx="5989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31+  ·  Measure, optimize, repeat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34440" y="4370832"/>
            <a:ext cx="5989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we measure what the changes did to orders and return, then re-tune positions, deals, products and graphics — rinse and repeat to keep growing and maximizing your return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87568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Platform (Weedmaps)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$495/mo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Bundle  (optional)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+$495/mo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7909560" y="3462528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Package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$990/mo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9" name="Text 35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2026-10-16T18:54:11Z</dcterms:created>
  <dcterms:modified xsi:type="dcterms:W3CDTF">2026-10-16T18:54:11Z</dcterms:modified>
</cp:coreProperties>
</file>