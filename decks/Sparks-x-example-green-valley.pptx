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(plus 20+ directories for local SEO)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7276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4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276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76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250" dirty="0"/>
          </a:p>
        </p:txBody>
      </p:sp>
      <p:sp>
        <p:nvSpPr>
          <p:cNvPr id="29" name="Text 21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20+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 &amp; citations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+ 20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20+ directories that feed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One of the few cannabis partners recognized by Yelp.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2026-09-14T19:10:25Z</dcterms:created>
  <dcterms:modified xsi:type="dcterms:W3CDTF">2026-09-14T19:10:25Z</dcterms:modified>
</cp:coreProperties>
</file>