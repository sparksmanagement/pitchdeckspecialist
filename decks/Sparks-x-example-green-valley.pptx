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(plus 20+ directories for local SEO)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7276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276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76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20+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+ 20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20+ directories that feed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One of the few cannabis partners recognized by Yelp.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2026-09-14T19:30:27Z</dcterms:created>
  <dcterms:modified xsi:type="dcterms:W3CDTF">2026-09-14T19:30:27Z</dcterms:modified>
</cp:coreProperties>
</file>