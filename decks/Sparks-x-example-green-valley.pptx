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validation for Weedmaps. Ask which platform they think drives the most orders — most owners are guessing, which is the opening for the audit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Then transition: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Yelp Ads (Certified Partner),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 to pick us over doing it in-house, trusting platform reps, or hiring a general agency. The founder story is the credibility anchor; the dashboard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 and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Yelp and Google Maps.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564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235" y="47091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564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5564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63852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35" y="47091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852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3852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82140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835" y="47091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2140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2140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100428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8635" y="470916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0428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100428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WHY IT MATTERS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Green Valley Dispensary's customers are on Weedmaps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cannabis marketplace, and the one most orders start 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17776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382520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53065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15493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starts 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74976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open Weedmaps to find who's nearby, who's open, and who has the deal. If you're not in the top of the zone, you're not in the consideration set.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433064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797808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945941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570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an auction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890264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in your service zone is bid-based and daily-budgeted. Bids that aren't managed drift, overpay in quiet hours, and lose the slot in busy ones.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848352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5213096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5361229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9855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closes the sale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305552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products, live deals, fresh photos, and answered reviews turn a click into an order. Every stale element leaks conversions.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46720" y="2017776"/>
            <a:ext cx="3596335" cy="4108704"/>
          </a:xfrm>
          <a:prstGeom prst="roundRect">
            <a:avLst>
              <a:gd name="adj" fmla="val 305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366760" y="2246376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MARKET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2612136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26" name="Text 20"/>
          <p:cNvSpPr txBox="1"/>
          <p:nvPr/>
        </p:nvSpPr>
        <p:spPr>
          <a:xfrm>
            <a:off x="8366760" y="3663696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dispensaries in your Weedmaps service zone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366760" y="4395216"/>
            <a:ext cx="2956255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High-density market; Weedmaps and Google Maps drive most discovery.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strategy and daily budget pacing for top placement in every service zone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10248" y="2746248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optimization: hours, photos, attributes, description, and Q&amp;A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648456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and product verification synced with your POS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010248" y="3648456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4550664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 for headers, deal tiles, and product imagery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010248" y="4550664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review responses and removal requests for policy-breaking reviews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52872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 for retailers who also own a brand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7010248" y="5452872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performance reporting with POS-attributed revenue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4048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38218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84048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127797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84048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577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43454"/>
            <a:ext cx="3596335" cy="18925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and product tagging across strains, brands, and categories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strategy, budget, and creative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and featured-product activations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 and photo refresh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responses and reporting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7909560" y="4754880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8646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864608"/>
            <a:ext cx="1538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a Yelp Ads Certified Partner.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reach comparison shoppers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put your store in front of people actively comparing dispensaries. Sparks is one of the few cannabis partners recognized by Yelp.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no Yelp Ads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43454"/>
            <a:ext cx="3596335" cy="18925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campaigns through Sparks' Certified Partner access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optimization: photos, categories, hours, and highlights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responses and removal requests for guideline-breaking reviews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 for calls, directions, and site visits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 alongside your marketplace results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7909560" y="4754880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8646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864608"/>
            <a:ext cx="1538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Management (GBP, Ads &amp; Local SEO)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in the Maps 3-pack.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feed the ranking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across 50+ directories is what tells Google (and Siri and Alexa) that your store is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43454"/>
            <a:ext cx="3596335" cy="18925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Business Profile claim, cleanup, and optimization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Google Posts, photo refresh, Q&amp;A, and review responses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Google Ads where the market allows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SEO: NAP consistency and citations across 50+ directories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ranking tracking with a Top 3 goal in 90 days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7909560" y="4754880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8646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4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864608"/>
            <a:ext cx="1538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advantages you can verify.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5712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ex-Weedmaps operators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inside Weedmaps working with the largest dispensaries. We know how the auction, ranking and menu systems actually work.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07328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460" y="25712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8848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platforms + 50 directories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38848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strategy, one report across Weedmaps, Leafly, Yelp, Google and every citation that feeds local SEO.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62869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ad spend and platform metrics — you see which platform, campaign and deal drove revenue.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233008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07328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460" y="462869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38848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238848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(Cannabis Business Insights). Yelp Ads Certified Partner. 100+ businesses managed.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532120"/>
            <a:ext cx="1005840" cy="672406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167609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Launch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9494215" y="2743200"/>
            <a:ext cx="1828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78480"/>
            <a:ext cx="167609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Growth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9494215" y="3078480"/>
            <a:ext cx="1828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13760"/>
            <a:ext cx="167609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Dominate</a:t>
            </a:r>
            <a:endParaRPr lang="en-US" sz="1250" dirty="0"/>
          </a:p>
        </p:txBody>
      </p:sp>
      <p:sp>
        <p:nvSpPr>
          <p:cNvPr id="30" name="Text 26"/>
          <p:cNvSpPr txBox="1"/>
          <p:nvPr/>
        </p:nvSpPr>
        <p:spPr>
          <a:xfrm>
            <a:off x="9494215" y="3413760"/>
            <a:ext cx="1828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5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49040"/>
            <a:ext cx="167609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9494215" y="3749040"/>
            <a:ext cx="1828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084320"/>
            <a:ext cx="167609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9494215" y="4084320"/>
            <a:ext cx="1828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5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19600"/>
            <a:ext cx="167609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Management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9494215" y="4419600"/>
            <a:ext cx="18288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2026-09-14T18:15:17Z</dcterms:created>
  <dcterms:modified xsi:type="dcterms:W3CDTF">2026-09-14T18:15:17Z</dcterms:modified>
</cp:coreProperties>
</file>