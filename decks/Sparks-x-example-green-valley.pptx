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with them for 10+ years and the founder was a Weedmaps executive — not 'partner'.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behind 100+ dispensary listings — recognized, partnered, and built by a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inside and alongside Weedmaps and Leafly. Our founder ran accounts at Weedmaps as an executive before starting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051046"/>
            <a:ext cx="5410048" cy="2075434"/>
          </a:xfrm>
          <a:prstGeom prst="roundRect">
            <a:avLst>
              <a:gd name="adj" fmla="val 528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279646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59968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166614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166614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166614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051046"/>
            <a:ext cx="5410048" cy="900557"/>
          </a:xfrm>
          <a:prstGeom prst="roundRect">
            <a:avLst>
              <a:gd name="adj" fmla="val 1218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249865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385653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18820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462526"/>
            <a:ext cx="4221328" cy="397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225923"/>
            <a:ext cx="5410048" cy="900557"/>
          </a:xfrm>
          <a:prstGeom prst="roundRect">
            <a:avLst>
              <a:gd name="adj" fmla="val 1218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24742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560530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363083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637403"/>
            <a:ext cx="4221328" cy="397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2026-09-14T19:48:03Z</dcterms:created>
  <dcterms:modified xsi:type="dcterms:W3CDTF">2026-09-14T19:48:03Z</dcterms:modified>
</cp:coreProperties>
</file>