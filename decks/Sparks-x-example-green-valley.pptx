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is a multi-platform proposal (Weedmaps, Leafly, Yelp, and Google),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process: kickoff (align on goals, info, deals, menu; connect every platform; set up the analytics dashboard), a 30-day launch, then from day 31 every month we measure what the changes did to the return and re-tune positions, deals, products and graphics — rinse and repeat to keep growing it. Close: restate the guarantee, propose a kickoff date, and ask for Weedmaps admin access.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listings and ads across every platform your customers use,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for Green Valley Dispensary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594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Weedmaps, Leafly, Yelp, and Google.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PROPOSAL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Kickoff, a 30-day launch, then a monthly cycle of measure and optimize to keep growing Green Valley Dispensary's return.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4884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45059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with your team to align on goals, account info, deals, menu and brand assets; connect every platform; set up your analytics dashboard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1821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10896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  ·  Launch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41071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and strategy, listing and menu clean-up, products verified and strain tagged, deals, graphics and campaigns live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422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406908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31+  ·  Measure, optimize, repeat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37083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we measure what the changes did to orders and return, then re-tune positions, deals, products and graphics — rinse and repeat to keep growing and maximizing your return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87568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2026-10-16T01:37:01Z</dcterms:created>
  <dcterms:modified xsi:type="dcterms:W3CDTF">2026-10-16T01:37:01Z</dcterms:modified>
</cp:coreProperties>
</file>