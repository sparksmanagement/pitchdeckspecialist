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Weedmaps launch, then a monthly cycle of measure and optimize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039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1965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267712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715768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017520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and menu clean-up, products verified and strain tagged, deals and campaigns live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465576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  ·  Measure &amp; optimize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3767328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the launch did to orders and return, then re-tune positions, deals, products and graphics to improve it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28853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215384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 and beyond  ·  Repeat &amp; grow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4517136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Rinse and repeat every month: measure, adjust, improve — continually growing and maximizing your return; add-on platforms switched on when you're ready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2120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2026-10-16T00:49:21Z</dcterms:created>
  <dcterms:modified xsi:type="dcterms:W3CDTF">2026-10-16T00:49:21Z</dcterms:modified>
</cp:coreProperties>
</file>