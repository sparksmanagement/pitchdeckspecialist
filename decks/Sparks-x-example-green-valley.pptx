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validation for Weedmaps. Ask which platform they think drives the most orders — most owners are guessing, which is the opening for the audit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this platform. Tie each line back to an audit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for Weedmaps Management. Results in 30 days or your money back. Ad spend is billed by the platform; the fee covers management. Each add-on is $495/mo.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reasons to pick us over doing it in-house, trusting platform reps, or hiring a general agency. The founder story is the credibility anchor; the dashboard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September 14,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Ads, Meta and most networks block cannabis. Discovery happens on Weedmaps, Leafly, Yelp and Google Maps.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management: spend, listings, menus, reviews, deals, creative and data — handled by ex-Weedmaps operators. Start with the platform that matters most, add the rest (plus 20+ directories for local SEO) when you're ready.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27276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435" y="47091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276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276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800" dirty="0"/>
          </a:p>
        </p:txBody>
      </p:sp>
      <p:sp>
        <p:nvSpPr>
          <p:cNvPr id="14" name="Shape 10"/>
          <p:cNvSpPr/>
          <p:nvPr/>
        </p:nvSpPr>
        <p:spPr>
          <a:xfrm>
            <a:off x="45564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235" y="470916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5564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5564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63852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035" y="4709160"/>
            <a:ext cx="548640" cy="5486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3852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3852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82140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9835" y="4709160"/>
            <a:ext cx="548640" cy="5486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140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82140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  <p:sp>
        <p:nvSpPr>
          <p:cNvPr id="26" name="Shape 19"/>
          <p:cNvSpPr/>
          <p:nvPr/>
        </p:nvSpPr>
        <p:spPr>
          <a:xfrm>
            <a:off x="10042855" y="4526280"/>
            <a:ext cx="160020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8635" y="4709160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0042855" y="5349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250" dirty="0"/>
          </a:p>
        </p:txBody>
      </p:sp>
      <p:sp>
        <p:nvSpPr>
          <p:cNvPr id="29" name="Text 21"/>
          <p:cNvSpPr txBox="1"/>
          <p:nvPr/>
        </p:nvSpPr>
        <p:spPr>
          <a:xfrm>
            <a:off x="10042855" y="562356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WHY IT MATTERS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Green Valley Dispensary's customers are on Weedmaps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cannabis marketplace, and the one most orders start on.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17776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382520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53" y="2530653"/>
            <a:ext cx="252374" cy="25237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63040" y="2154936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starts here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463040" y="2474976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open Weedmaps to find who's nearby, who's open, and who has the deal. If you're not in the top of the zone, you're not in the consideration set.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433064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797808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53" y="3945941"/>
            <a:ext cx="252374" cy="25237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3570224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is an auction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890264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in your service zone is bid-based and daily-budgeted. Bids that aren't managed drift, overpay in quiet hours, and lose the slot in busy ones.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4848352"/>
            <a:ext cx="7223760" cy="1278128"/>
          </a:xfrm>
          <a:prstGeom prst="roundRect">
            <a:avLst>
              <a:gd name="adj" fmla="val 8585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5213096"/>
            <a:ext cx="548640" cy="5486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653" y="5361229"/>
            <a:ext cx="252374" cy="25237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63040" y="498551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listing closes the sale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463040" y="5305552"/>
            <a:ext cx="6126480" cy="729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products, live deals, fresh photos, and answered reviews turn a click into an order. Every stale element leaks conversions.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8046720" y="2017776"/>
            <a:ext cx="3596335" cy="4108704"/>
          </a:xfrm>
          <a:prstGeom prst="roundRect">
            <a:avLst>
              <a:gd name="adj" fmla="val 305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366760" y="2246376"/>
            <a:ext cx="2956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MARKET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366760" y="2612136"/>
            <a:ext cx="29562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6000" dirty="0"/>
          </a:p>
        </p:txBody>
      </p:sp>
      <p:sp>
        <p:nvSpPr>
          <p:cNvPr id="26" name="Text 20"/>
          <p:cNvSpPr txBox="1"/>
          <p:nvPr/>
        </p:nvSpPr>
        <p:spPr>
          <a:xfrm>
            <a:off x="8366760" y="3663696"/>
            <a:ext cx="2956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competing dispensaries in your Weedmaps service zone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8366760" y="4395216"/>
            <a:ext cx="2956255" cy="1548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High-density market; Weedmaps and Google Maps drive most discovery.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for this proposal: Bid strategy for top-3 placement in zone, full menu verification, weekly deal rotation, review responses, weekly reporting.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top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and featured products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Management 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after 90-day launch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Google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8218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8258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58258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Leafly + Yelp + Google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27797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7837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47837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447837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+ Local SEO + Programmatic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2760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01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Management (GBP, Ads &amp; Local SEO)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in the Maps 3-pack.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cannabis restricted on most ad platforms, your Google Business Profile is one of the only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Citations feed the ranking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name, address, and phone across 20+ directories is what tells Google (and Siri and Alexa) that your store is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SEO &amp; citations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advantages you can verify.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3" y="2571293"/>
            <a:ext cx="252374" cy="25237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54480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ex-Weedmaps operators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54480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years inside Weedmaps working with the largest dispensaries. We know how the auction, ranking and menu systems actually work.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33008" y="21488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07328" y="24231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460" y="2571293"/>
            <a:ext cx="252374" cy="25237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238848" y="24231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platforms + 20 directories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238848" y="29718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team, one strategy, one report across Weedmaps, Leafly, Yelp, Google and 20+ directories that feed local SEO.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2960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093" y="4628693"/>
            <a:ext cx="252374" cy="25237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54480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554480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ad spend and platform metrics — you see which platform, campaign and deal drove revenue.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233008" y="4206240"/>
            <a:ext cx="5410048" cy="1783080"/>
          </a:xfrm>
          <a:prstGeom prst="roundRect">
            <a:avLst>
              <a:gd name="adj" fmla="val 6154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507328" y="448056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460" y="4628693"/>
            <a:ext cx="252374" cy="25237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238848" y="44805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Recognized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7238848" y="5029200"/>
            <a:ext cx="41298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(Cannabis Business Insights). One of the few cannabis partners recognized by Yelp. 100+ businesses managed.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years at Weedmaps working with the largest dispensaries in the world, then 3 years running listing management for Purple Lotus before founding Sparks in 2022.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23560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Management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2026-09-14T18:47:59Z</dcterms:created>
  <dcterms:modified xsi:type="dcterms:W3CDTF">2026-09-14T18:47:59Z</dcterms:modified>
</cp:coreProperties>
</file>