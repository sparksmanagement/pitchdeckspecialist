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is a multi-platform proposal (Weedmaps, Leafly, Yelp, and Google),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platform management is $495/mo for any one platform (Weedmaps here); the listing bundle adds every other platform for another $495/mo. Results in 30 days or your money back.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process: kickoff (align on goals, info, deals, menu; connect every platform; set up the analytics dashboard), a 30-day launch, then from day 31 every month we measure what the changes did to the return and re-tune positions, deals, products and graphics — rinse and repeat to keep growing it. Close: restate the guarantee, propose a kickoff date, and ask for Weedmaps admin access.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listings and ads across every platform your customers use,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for Green Valley Dispensary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594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Weedmaps, Leafly, Yelp, and Google.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management, with every other platform as one optional bundle. Month-to-month after 90-day launch.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$495/mo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that platform's ad spend once it exceeds $4,950/mo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platform — Weedmaps in this proposal: bids, listings, menus, deals, graphics, reviews, weekly reporting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+$495/mo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4658258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if any platform's spend exceeds $4,950/mo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platform: Leafly + Yelp + Google + Apple Maps and 20 directories — same seven pillars everywhere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DE7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34295" y="23591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34295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447837" y="2286000"/>
            <a:ext cx="1595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$990/mo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8447837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where the spend thresholds are exceeded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447837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marketplace, map and directory your customers use — one team, one report.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Kickoff, a 30-day launch, then a monthly cycle of measure and optimize to keep growing Green Valley Dispensary's return.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4884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45059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with your team to align on goals, account info, deals, menu and brand assets; connect every platform; set up your analytics dashboard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18211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10896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  ·  Launch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41071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and strategy, listing and menu clean-up, products verified and strain tagged, deals, graphics and campaigns live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4223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406908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31+  ·  Measure, optimize, repeat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437083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we measure what the changes did to orders and return, then re-tune positions, deals, products and graphics — rinse and repeat to keep growing and maximizing your return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87568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(Weedmaps)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$495/mo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  (optional)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+$495/mo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909560" y="3462528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$990/mo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2026-10-16T01:10:41Z</dcterms:created>
  <dcterms:modified xsi:type="dcterms:W3CDTF">2026-10-16T01:10:41Z</dcterms:modified>
</cp:coreProperties>
</file>