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(sign the agency agreement, collect logins, then meet the team to align on goals,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listings and ads across every platform your customers use,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for Green Valley Dispensary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594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every platform in this proposal.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PROPOSAL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agency agreement and share your logins, then meet with your team to align on goals, deals, menu and assets; we connect every platform and set up your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2026-10-16T18:56:18Z</dcterms:created>
  <dcterms:modified xsi:type="dcterms:W3CDTF">2026-10-16T18:56:18Z</dcterms:modified>
</cp:coreProperties>
</file>